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CCTV Risk Intelligence Stack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Hackathon prototype — multimodal perception, fused risk scoring, RL escalation, RAG ops briefs</a:t>
            </a:r>
          </a:p>
          <a:p>
            <a:r>
              <a:t>Stack: Python · Ultralytics YOLOv8 · OpenCV · PyTorch · Streamlit · LangChain · FAISS · scikit-learn · Gymnasium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&amp; Problem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Goal: operator-assist screening from fixed CCTV — not identity recognition.</a:t>
            </a:r>
          </a:p>
          <a:p>
            <a:pPr>
              <a:defRPr sz="1800"/>
            </a:pPr>
            <a:r>
              <a:t>Gap: raw detections are insufficient; need temporal context, fusion, and actionable escalation hints.</a:t>
            </a:r>
          </a:p>
          <a:p>
            <a:pPr>
              <a:defRPr sz="1800"/>
            </a:pPr>
            <a:r>
              <a:t>Deliverable: end-to-end pipeline — video ingest → CV features → normalized risk vector → policy hint → UI + logs.</a:t>
            </a:r>
          </a:p>
          <a:p>
            <a:pPr>
              <a:defRPr sz="1800"/>
            </a:pPr>
            <a:r>
              <a:t>Scope: demo / research — not certified for legal adjudication or automated enforcement.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Pipeline (Data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Ingest: MP4/AVI/MOV/MKV via Streamlit or CLI (OpenCV VideoCapture).</a:t>
            </a:r>
          </a:p>
          <a:p>
            <a:pPr>
              <a:defRPr sz="1800"/>
            </a:pPr>
            <a:r>
              <a:t>Per-frame: YOLOv8 inference (Ultralytics) + classical CV (Farneback optical flow on person ROI mask).</a:t>
            </a:r>
          </a:p>
          <a:p>
            <a:pPr>
              <a:defRPr sz="1800"/>
            </a:pPr>
            <a:r>
              <a:t>Tracking proxy: centroid-based SimpleBagTracker → abandoned-object dwell estimate (seconds).</a:t>
            </a:r>
          </a:p>
          <a:p>
            <a:pPr>
              <a:defRPr sz="1800"/>
            </a:pPr>
            <a:r>
              <a:t>Fusion: compute_risk() — weighted linear combination of L1-normalized component scores → scalar 0–100.</a:t>
            </a:r>
          </a:p>
          <a:p>
            <a:pPr>
              <a:defRPr sz="1800"/>
            </a:pPr>
            <a:r>
              <a:t>Policy: tabular Q-learning state from discretized risk + action cooldown → discrete escalation action ID.</a:t>
            </a:r>
          </a:p>
          <a:p>
            <a:pPr>
              <a:defRPr sz="1800"/>
            </a:pPr>
            <a:r>
              <a:t>Presentation: annotated frames (OpenCV overlay) + Plotly time-series + optional RAG operator brief.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Perception Layer (Computer Vision)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Detector: YOLOv8n (default) or custom .pt; class-to-head mapping via model.names at runtime.</a:t>
            </a:r>
          </a:p>
          <a:p>
            <a:pPr>
              <a:defRPr sz="1800"/>
            </a:pPr>
            <a:r>
              <a:t>Buckets: person / baggage (COCO) · weapon proxies (COCO bat/racket + user-defined) · fight/theft/accident (custom class sets + heuristics) · missile/drone (custom-only).</a:t>
            </a:r>
          </a:p>
          <a:p>
            <a:pPr>
              <a:defRPr sz="1800"/>
            </a:pPr>
            <a:r>
              <a:t>Motion: cv2.calcOpticalFlowFarneback on grayscale; robust normalization (p95 magnitude) → motion_score ∈ [0,1].</a:t>
            </a:r>
          </a:p>
          <a:p>
            <a:pPr>
              <a:defRPr sz="1800"/>
            </a:pPr>
            <a:r>
              <a:t>Crowding: pairwise centroid distance graph on person boxes → proximity_cluster_score.</a:t>
            </a:r>
          </a:p>
          <a:p>
            <a:pPr>
              <a:defRPr sz="1800"/>
            </a:pPr>
            <a:r>
              <a:t>Road context: COCO vehicle classes + spatial proximity heuristic → accident_like (demo; train crash class for production).</a:t>
            </a:r>
          </a:p>
          <a:p>
            <a:pPr>
              <a:defRPr sz="1800"/>
            </a:pPr>
            <a:r>
              <a:t>Output per frame: FrameSignals dataclass — boxes, tags, scalar cues for downstream fusion.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Fusion &amp; Semantic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Architecture: transparent weighted sum — Σ weight_i × component_i × 100; weights sum to 1.0 in risk_scorer.WEIGHTS.</a:t>
            </a:r>
          </a:p>
          <a:p>
            <a:pPr>
              <a:defRPr sz="1800"/>
            </a:pPr>
            <a:r>
              <a:t>Components (excerpt): crowd_density, motion_anomaly, abandoned_object, acoustic_threat, weapon_like, missile_like, drone_like, wifi_rf_anomaly, fight_like, theft_like, accident_like.</a:t>
            </a:r>
          </a:p>
          <a:p>
            <a:pPr>
              <a:defRPr sz="1800"/>
            </a:pPr>
            <a:r>
              <a:t>Thresholded tags: e.g. disturbance_motion, unattended_object, fight_like_unverified, road_accident_hint_unverified.</a:t>
            </a:r>
          </a:p>
          <a:p>
            <a:pPr>
              <a:defRPr sz="1800"/>
            </a:pPr>
            <a:r>
              <a:t>RL state: risk_bucket(score) maps continuous score to discrete 0..9 for Q-table indexing.</a:t>
            </a:r>
          </a:p>
          <a:p>
            <a:pPr>
              <a:defRPr sz="1800"/>
            </a:pPr>
            <a:r>
              <a:t>Logging: per-frame dict → pandas DataFrame → CSV / in-UI charts (area stack of normalized components).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Auxiliary ML &amp; Retrieval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RL: Gymnasium-compatible tabular Q-learning; Q-table persisted as models/q_table.npy; ε-greedy-style exploration during offline train_q_table().</a:t>
            </a:r>
          </a:p>
          <a:p>
            <a:pPr>
              <a:defRPr sz="1800"/>
            </a:pPr>
            <a:r>
              <a:t>RAG: LangChain + Chroma/FAISS vector store over chunked playbook text; sentence-transformers embeddings; retrieve_context() + rag_operator_brief() for NL operator summaries.</a:t>
            </a:r>
          </a:p>
          <a:p>
            <a:pPr>
              <a:defRPr sz="1800"/>
            </a:pPr>
            <a:r>
              <a:t>Wi-Fi / RF cue: Isolation Forest on ISOT-style flow feature vectors; optional embedding-distance blend; scalar wifi_rf_anomaly_score fused into video risk.</a:t>
            </a:r>
          </a:p>
          <a:p>
            <a:pPr>
              <a:defRPr sz="1800"/>
            </a:pPr>
            <a:r>
              <a:t>Audio: short-time energy / transient heuristic (waveform) → acoustic_threat channel (demo, not gunshot classifier).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&amp; Integration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UI: Streamlit multi-tab app — video analysis, help/geo notify, RAG console, Wi-Fi workflow, audio upload.</a:t>
            </a:r>
          </a:p>
          <a:p>
            <a:pPr>
              <a:defRPr sz="1800"/>
            </a:pPr>
            <a:r>
              <a:t>Video I/O: browser-safe encoding via open_video_writer() — tries avc1/H264/X264/mp4v then MJPG AVI fallback.</a:t>
            </a:r>
          </a:p>
          <a:p>
            <a:pPr>
              <a:defRPr sz="1800"/>
            </a:pPr>
            <a:r>
              <a:t>Viz: Plotly Express / Graph Objects for risk vs time and stacked component areas.</a:t>
            </a:r>
          </a:p>
          <a:p>
            <a:pPr>
              <a:defRPr sz="1800"/>
            </a:pPr>
            <a:r>
              <a:t>Alerts: notify_operator() + format_alert_location() — simulates dispatch with optional fixed camera lat/lng.</a:t>
            </a:r>
          </a:p>
          <a:p>
            <a:pPr>
              <a:defRPr sz="1800"/>
            </a:pPr>
            <a:r>
              <a:t>Batch path: process_video.py — same analyzer + fusion; exports annotated video + events.csv.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Limitations, Ethics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Accuracy: default weights are COCO-biased; fight/accident/weapon require domain-specific YOLO fine-tuning (Ultralytics train; YAML dataset; class-name parity with UI).</a:t>
            </a:r>
          </a:p>
          <a:p>
            <a:pPr>
              <a:defRPr sz="1800"/>
            </a:pPr>
            <a:r>
              <a:t>Heuristics: high false-positive rate on busy roads; always human-in-the-loop review.</a:t>
            </a:r>
          </a:p>
          <a:p>
            <a:pPr>
              <a:defRPr sz="1800"/>
            </a:pPr>
            <a:r>
              <a:t>Privacy: design targets scene-level risk — avoid PII linkage; comply with local surveillance law.</a:t>
            </a:r>
          </a:p>
          <a:p>
            <a:pPr>
              <a:defRPr sz="1800"/>
            </a:pPr>
            <a:r>
              <a:t>Engineering: edge ONNX/TensorRT export, multi-camera fusion, calibrated thresholds, SOC2-style audit logs.</a:t>
            </a:r>
          </a:p>
          <a:p>
            <a:pPr>
              <a:defRPr sz="1800"/>
            </a:pPr>
            <a:r>
              <a:t>Q&amp;A —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