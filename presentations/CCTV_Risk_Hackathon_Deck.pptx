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CCTV Risk Intelligence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prototype — Kumbh Mela–scale fixed CCTV: fuse perception into one risk trend + operator aids</a:t>
            </a:r>
          </a:p>
          <a:p>
            <a:r>
              <a:t>Python · YOLOv8 · OpenCV · PyTorch · Streamlit · LangChain · FAISS · scikit-learn · Gymnasium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Kumbh Mela — why this example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Massive pedestrian density on ghats, bridges, corridors; fixed cameras are standard ops tech.</a:t>
            </a:r>
          </a:p>
          <a:p>
            <a:pPr>
              <a:defRPr sz="1700"/>
            </a:pPr>
            <a:r>
              <a:t>Control rooms cannot watch every tile at equal attention — need prioritization signals.</a:t>
            </a:r>
          </a:p>
          <a:p>
            <a:pPr>
              <a:defRPr sz="1700"/>
            </a:pPr>
            <a:r>
              <a:t>We target scene-level risk (crowding, motion, unattended objects, incident cues) — not pilgrim ID.</a:t>
            </a:r>
          </a:p>
          <a:p>
            <a:pPr>
              <a:defRPr sz="1700"/>
            </a:pPr>
            <a:r>
              <a:t>Complements human judgment: ranked feeds + SOP text (RAG), not autonomous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the pipeline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Fragmentation: boxes, motion, and rules are separate — operators lack one fused trend.</a:t>
            </a:r>
          </a:p>
          <a:p>
            <a:pPr>
              <a:defRPr sz="1700"/>
            </a:pPr>
            <a:r>
              <a:t>Solution: transparent 0–100 score + named flags (e.g. disturbance_motion, dense_crowd) per frame.</a:t>
            </a:r>
          </a:p>
          <a:p>
            <a:pPr>
              <a:defRPr sz="1700"/>
            </a:pPr>
            <a:r>
              <a:t>Escalation structure: tabular Q-learning suggests discrete action with cooldown debouncing.</a:t>
            </a:r>
          </a:p>
          <a:p>
            <a:pPr>
              <a:defRPr sz="1700"/>
            </a:pPr>
            <a:r>
              <a:t>Procedure recall: RAG retrieves playbook chunks (crowd, lost property, evacuation language).</a:t>
            </a:r>
          </a:p>
          <a:p>
            <a:pPr>
              <a:defRPr sz="1700"/>
            </a:pPr>
            <a:r>
              <a:t>Kumbh link: proximity + motion ≈ corridor pressure; bags ≈ security SOP; optional audio ≈ incident cue (demo).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pipeline — repository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app.py — Streamlit: upload video, loop, Plotly charts, st.video.</a:t>
            </a:r>
          </a:p>
          <a:p>
            <a:pPr>
              <a:defRPr sz="1500"/>
            </a:pPr>
            <a:r>
              <a:t>process_video.py — batch: annotated.mp4 + events.csv.</a:t>
            </a:r>
          </a:p>
          <a:p>
            <a:pPr>
              <a:defRPr sz="1500"/>
            </a:pPr>
            <a:r>
              <a:t>src/video_pipeline.py — VideoAnalyzer.analyze_frame → FrameSignals; draw_overlay().</a:t>
            </a:r>
          </a:p>
          <a:p>
            <a:pPr>
              <a:defRPr sz="1500"/>
            </a:pPr>
            <a:r>
              <a:t>src/risk_scorer.py — compute_risk(), WEIGHTS, semantic labels.</a:t>
            </a:r>
          </a:p>
          <a:p>
            <a:pPr>
              <a:defRPr sz="1500"/>
            </a:pPr>
            <a:r>
              <a:t>src/rl_policy.py — rl_action(), models/q_table.npy.</a:t>
            </a:r>
          </a:p>
          <a:p>
            <a:pPr>
              <a:defRPr sz="1500"/>
            </a:pPr>
            <a:r>
              <a:t>src/rag_ops.py — retrieve_context(), rag_operator_brief().</a:t>
            </a:r>
          </a:p>
          <a:p>
            <a:pPr>
              <a:defRPr sz="1500"/>
            </a:pPr>
            <a:r>
              <a:t>src/video_io.py — open_video_writer() H.264 / MJPG fallback.</a:t>
            </a:r>
          </a:p>
          <a:p>
            <a:pPr>
              <a:defRPr sz="1500"/>
            </a:pPr>
            <a:r>
              <a:t>src/wifi_drone_anomaly.py — Isolation Forest + optional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loop (same pattern as app.py)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sig = analyzer.analyze_frame(frame, prev_gray, gray, tracker)</a:t>
            </a:r>
          </a:p>
          <a:p>
            <a:pPr>
              <a:defRPr sz="1500"/>
            </a:pPr>
            <a:r>
              <a:t>rs = compute_risk(person_count, motion_score, proximity, abandoned_sec,</a:t>
            </a:r>
          </a:p>
          <a:p>
            <a:pPr>
              <a:defRPr sz="1500"/>
            </a:pPr>
            <a:r>
              <a:t>    weapon_like, fight_like, theft_like, accident_like, missile, drone, wifi, …)</a:t>
            </a:r>
          </a:p>
          <a:p>
            <a:pPr>
              <a:defRPr sz="1500"/>
            </a:pPr>
            <a:r>
              <a:t>act_id, act_name = rl_action(rs.total, cooldown, Q_table)</a:t>
            </a:r>
          </a:p>
          <a:p>
            <a:pPr>
              <a:defRPr sz="1500"/>
            </a:pPr>
            <a:r>
              <a:t>writer.write(draw_overlay(frame, sig, rs.total, rs.labels))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Perception &amp;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YOLOv8: persons, bags, custom classes (fight, accident, weapon…) via runtime name sets.</a:t>
            </a:r>
          </a:p>
          <a:p>
            <a:pPr>
              <a:defRPr sz="1700"/>
            </a:pPr>
            <a:r>
              <a:t>Farneback optical flow on person-masked ROIs → motion_score.</a:t>
            </a:r>
          </a:p>
          <a:p>
            <a:pPr>
              <a:defRPr sz="1700"/>
            </a:pPr>
            <a:r>
              <a:t>Centroid proximity on persons → crowding; SimpleBagTracker → abandoned seconds.</a:t>
            </a:r>
          </a:p>
          <a:p>
            <a:pPr>
              <a:defRPr sz="1700"/>
            </a:pPr>
            <a:r>
              <a:t>Weighted linear fusion Σ w_i c_i × 100 → total; thresholded labels for UI strip.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RL · RAG · optional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risk_bucket(score) → discrete state for Q-table; debounced escalation hint.</a:t>
            </a:r>
          </a:p>
          <a:p>
            <a:pPr>
              <a:defRPr sz="1700"/>
            </a:pPr>
            <a:r>
              <a:t>LangChain + FAISS + sentence-transformers for operator playbook queries.</a:t>
            </a:r>
          </a:p>
          <a:p>
            <a:pPr>
              <a:defRPr sz="1700"/>
            </a:pPr>
            <a:r>
              <a:t>Wi-Fi tab: IF on flow features — optional scalar fused into video risk.</a:t>
            </a:r>
          </a:p>
          <a:p>
            <a:pPr>
              <a:defRPr sz="1700"/>
            </a:pPr>
            <a:r>
              <a:t>Audio tab: transient heuristic → acoustic_threat (demo; not gunshot classifier).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Control-room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Annotated video: boxes, [class tags], green risk-flag band.</a:t>
            </a:r>
          </a:p>
          <a:p>
            <a:pPr>
              <a:defRPr sz="1700"/>
            </a:pPr>
            <a:r>
              <a:t>Plotly: risk vs time + stacked normalized components.</a:t>
            </a:r>
          </a:p>
          <a:p>
            <a:pPr>
              <a:defRPr sz="1700"/>
            </a:pPr>
            <a:r>
              <a:t>CSV / table: per-frame audit trail; optional fixed camera lat/lng on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@ Mela-scale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Not certified crowd-safety; heuristics false-alarm — human-in-the-loop mandatory.</a:t>
            </a:r>
          </a:p>
          <a:p>
            <a:pPr>
              <a:defRPr sz="1700"/>
            </a:pPr>
            <a:r>
              <a:t>Train YOLO on domain CCTV for fights / accidents / crush proxies; COCO is insufficient alone.</a:t>
            </a:r>
          </a:p>
          <a:p>
            <a:pPr>
              <a:defRPr sz="1700"/>
            </a:pPr>
            <a:r>
              <a:t>Governance: public-safety ops only; comply with surveillance law; avoid mass individual tracking.</a:t>
            </a:r>
          </a:p>
          <a:p>
            <a:pPr>
              <a:defRPr sz="1700"/>
            </a:pPr>
            <a:r>
              <a:t>Next: edge ONNX/TensorRT, multi-camera sync, sector-specific thresholds, incident workflow.</a:t>
            </a:r>
          </a:p>
          <a:p>
            <a:pPr>
              <a:defRPr sz="1700"/>
            </a:pPr>
            <a:r>
              <a:t>Q&amp;A —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